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2E8466-0B41-29F8-FFB2-36BADEE60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E5BE00-66F4-D8CD-8A91-A334DD220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15D4C5-4DC8-98A3-A845-A3031C0B9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85B338-B3B2-F8A8-4407-34588C7EA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CAF50C-C64A-4F44-A2B9-4E4ABA9F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53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73D4A9-CF35-FAD5-38AA-96A491CE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EE40B4-43E3-BE81-155F-384778D7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344ED8-245B-CEEC-9126-1D5806C34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523DB4-2800-0C8F-809A-3A66E8D3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A89B08-A242-0A3C-9572-7AB76B7D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59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73FD90-3B46-928F-3DD0-EF95792C2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6AA237-D95A-36E7-5188-A4D2647CF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278C9D-6689-38B9-2437-A7B9C678A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86B064-5495-7144-02D7-41EAC1FB5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573CE9-67BA-06B1-776D-3DA0D03C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17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3DF02-8A73-EDE1-843C-14EE7099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A6AE01-5E93-69E4-B9EE-F375D0C8A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7261CA-D40E-66C9-0281-12DB8F29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3B5857-5755-4B7E-B5A5-DF678310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E8C72D-DDBC-96FF-8875-63315927B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9598C1-1855-0BAF-4A5E-1E64A18D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059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11B908-ACD9-0800-0407-613EDBA3C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D9A484-03C5-29E5-A3C4-A91D1A879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C41D03-102E-EDD8-0A74-43C95CC99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49F47A8-6619-3722-E9B7-145650068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8F24B28-76AD-66DD-5ECE-B3364C7B89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EEC591B-4CD2-3258-4388-300FFFA8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89954DC-B6A7-9194-08BD-18D590DA3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5D43CBA-9ABE-EFCE-B6C1-52D8C640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53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2E6BAC-623D-F2C6-688A-C6C313C6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61DB978-3B3D-6ED0-6198-9FDFD491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BCDE9EB-CE67-7488-5B29-BDECB2ED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869E283-E09A-3ECC-F054-650EC354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13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CF731AF-3884-3C5D-41FC-4163CD17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1C1E40D-398D-319A-DDA6-8A19088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36D4AA-BF8D-BE46-AD7C-1F7FB69F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66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CBE27B-E4D4-ABA6-4210-4C2272E0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4413CC-DFDD-DB70-7631-8C4ABE61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8D0828-0CD1-F168-82E2-1D4108A59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10240C-731D-D499-6A39-3F51218F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9D138E-0E0F-9CEE-3599-4B490CAE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AF1BB6-D724-350F-9753-DAFADB812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328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13FAE8-51A1-3BEA-77AD-35F13AB8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C073F5C-12F8-C181-877C-7AA2B7EE9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E5A850-A622-FE49-6D81-60463A5F9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9EB052-D571-84FB-EAF2-C327D592C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4B1F94-BE5B-9BF2-22B0-0AB9C8EE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59E275-F4F0-B88D-F175-AABCD84F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52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9E9A7D-170D-7D91-345E-A6C61F63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9ABAB1-EC70-CEE3-9561-18BC307D1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424B0E-9ED9-AAA5-00AF-F0813428E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501D1C-0112-9C36-C65B-524BBE027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113EF5-F42E-CD7B-67E9-CDB17226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519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63C302A-4408-A39C-945E-2029A4721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A8870B-7AE9-E8C1-5E35-69C901AAE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6756B2-D8E0-4454-BE8B-F0A81CC93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6C5A68-959B-3E4E-0DEA-1170E2180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EE1048-A9C9-8A3E-BBEA-1E6AF5F0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95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BE8D432-E1BC-4CEC-30BF-D9360C14F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9453F8-3A67-DC35-4E24-6335BBE5F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2A98FD-0721-CEFA-148B-A4FB4E4C0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F70EE-28D2-4161-B6CA-A7B017C020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07D710-2703-6174-AEC3-557F2552A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90AE74-8846-38A7-9899-2D0D44A04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DB546-BDFE-4C2E-AF6C-27C1CE174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42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116FF4-D9E9-6200-8CC9-A25F7E86D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8C4743-F26F-6E49-646E-4AC023EF0C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25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梶野　日和梨</dc:creator>
  <cp:lastModifiedBy>梶野　日和梨</cp:lastModifiedBy>
  <cp:revision>1</cp:revision>
  <dcterms:created xsi:type="dcterms:W3CDTF">2026-01-28T01:35:14Z</dcterms:created>
  <dcterms:modified xsi:type="dcterms:W3CDTF">2026-01-28T01:35:40Z</dcterms:modified>
</cp:coreProperties>
</file>