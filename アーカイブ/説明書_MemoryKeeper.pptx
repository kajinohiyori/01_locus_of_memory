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60" r:id="rId5"/>
    <p:sldId id="257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AE64"/>
    <a:srgbClr val="B3AA5F"/>
    <a:srgbClr val="D3CDA1"/>
    <a:srgbClr val="37F711"/>
    <a:srgbClr val="E1DDBD"/>
    <a:srgbClr val="D6BBEB"/>
    <a:srgbClr val="ECE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54AA64-4B5B-48FE-B8FE-8EFEE9CB8D07}" v="2561" dt="2026-03-18T08:04:37.651"/>
    <p1510:client id="{9757F5DB-5B13-4621-8067-8FD65F4B1E77}" v="2317" dt="2026-03-18T04:16:23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2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CDA5D-94DB-4DE5-8597-A5C0EFBFEABA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4AD1C-21AF-4015-87EB-2D3EF98CF5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0013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14AD1C-21AF-4015-87EB-2D3EF98CF5C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1566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14AD1C-21AF-4015-87EB-2D3EF98CF5C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935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8F51-9358-4893-9900-37E60DB77043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AA77-EC96-444E-9FFD-FB19A4359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85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8F51-9358-4893-9900-37E60DB77043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AA77-EC96-444E-9FFD-FB19A4359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0855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8F51-9358-4893-9900-37E60DB77043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AA77-EC96-444E-9FFD-FB19A4359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9135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8F51-9358-4893-9900-37E60DB77043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AA77-EC96-444E-9FFD-FB19A4359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8628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8F51-9358-4893-9900-37E60DB77043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AA77-EC96-444E-9FFD-FB19A4359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764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8F51-9358-4893-9900-37E60DB77043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AA77-EC96-444E-9FFD-FB19A4359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7421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8F51-9358-4893-9900-37E60DB77043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AA77-EC96-444E-9FFD-FB19A4359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57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8F51-9358-4893-9900-37E60DB77043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AA77-EC96-444E-9FFD-FB19A4359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323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8F51-9358-4893-9900-37E60DB77043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AA77-EC96-444E-9FFD-FB19A4359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824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8F51-9358-4893-9900-37E60DB77043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AA77-EC96-444E-9FFD-FB19A4359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1743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8F51-9358-4893-9900-37E60DB77043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AA77-EC96-444E-9FFD-FB19A4359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4515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28F51-9358-4893-9900-37E60DB77043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3AA77-EC96-444E-9FFD-FB19A43592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955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8D7F2B6A-026B-8791-3C61-94E6CB11D7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45625" y="5908427"/>
            <a:ext cx="2441550" cy="642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575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カメラ操作</a:t>
            </a:r>
            <a:endParaRPr lang="ja-JP" altLang="en-US" sz="3575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8B3531B7-3F82-C954-9C9F-A3BA83244E9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34937" y="5908427"/>
            <a:ext cx="2452238" cy="642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575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カメラ操作</a:t>
            </a:r>
            <a:endParaRPr lang="ja-JP" altLang="en-US" sz="3575"/>
          </a:p>
        </p:txBody>
      </p:sp>
      <p:sp>
        <p:nvSpPr>
          <p:cNvPr id="201" name="吹き出し: 四角形 200">
            <a:extLst>
              <a:ext uri="{FF2B5EF4-FFF2-40B4-BE49-F238E27FC236}">
                <a16:creationId xmlns:a16="http://schemas.microsoft.com/office/drawing/2014/main" id="{173630EF-D039-66F7-E769-F150098A79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40496" y="2695697"/>
            <a:ext cx="2426382" cy="1944541"/>
          </a:xfrm>
          <a:prstGeom prst="wedgeRectCallout">
            <a:avLst>
              <a:gd name="adj1" fmla="val -60663"/>
              <a:gd name="adj2" fmla="val -40125"/>
            </a:avLst>
          </a:prstGeom>
          <a:solidFill>
            <a:srgbClr val="D3CDA1"/>
          </a:solidFill>
          <a:ln>
            <a:solidFill>
              <a:schemeClr val="accent1">
                <a:shade val="15000"/>
              </a:schemeClr>
            </a:solidFill>
          </a:ln>
          <a:effectLst>
            <a:glow>
              <a:srgbClr val="B7AE64">
                <a:alpha val="54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/>
          </a:p>
        </p:txBody>
      </p:sp>
      <p:sp>
        <p:nvSpPr>
          <p:cNvPr id="200" name="テキスト ボックス 199">
            <a:extLst>
              <a:ext uri="{FF2B5EF4-FFF2-40B4-BE49-F238E27FC236}">
                <a16:creationId xmlns:a16="http://schemas.microsoft.com/office/drawing/2014/main" id="{BA1F8C61-C061-B59E-0CEF-10B128EA21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96844" y="2358104"/>
            <a:ext cx="1050514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575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呪文</a:t>
            </a:r>
            <a:endParaRPr lang="ja-JP" altLang="en-US" sz="3250"/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C03AF0E0-82DA-4137-93C8-6B7C86CD29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44810" y="1097000"/>
            <a:ext cx="4314450" cy="1025282"/>
          </a:xfrm>
          <a:prstGeom prst="rect">
            <a:avLst/>
          </a:prstGeom>
          <a:noFill/>
        </p:spPr>
        <p:txBody>
          <a:bodyPr wrap="square" lIns="74295" tIns="37148" rIns="74295" bIns="37148">
            <a:spAutoFit/>
          </a:bodyPr>
          <a:lstStyle/>
          <a:p>
            <a:r>
              <a:rPr lang="ja-JP" altLang="en-US" sz="3250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魔法の使用</a:t>
            </a:r>
            <a:endParaRPr lang="en-US" altLang="ja-JP" sz="3250" spc="-122">
              <a:ln w="38100">
                <a:solidFill>
                  <a:schemeClr val="tx1"/>
                </a:solidFill>
              </a:ln>
              <a:gradFill>
                <a:gsLst>
                  <a:gs pos="20000">
                    <a:srgbClr val="B7AE64"/>
                  </a:gs>
                  <a:gs pos="80000">
                    <a:srgbClr val="B3AA5F"/>
                  </a:gs>
                  <a:gs pos="50000">
                    <a:srgbClr val="ECE5A5"/>
                  </a:gs>
                </a:gsLst>
                <a:lin ang="5400000" scaled="1"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G創英ﾌﾟﾚｾﾞﾝｽEB" panose="02020809000000000000" pitchFamily="17" charset="-128"/>
              <a:ea typeface="HG創英ﾌﾟﾚｾﾞﾝｽEB" panose="02020809000000000000" pitchFamily="17" charset="-128"/>
            </a:endParaRPr>
          </a:p>
          <a:p>
            <a:r>
              <a:rPr lang="en-US" altLang="ja-JP" sz="2925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LT/RT</a:t>
            </a:r>
            <a:r>
              <a:rPr lang="ja-JP" altLang="en-US" sz="1625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を</a:t>
            </a:r>
            <a:r>
              <a:rPr lang="ja-JP" altLang="en-US" sz="2600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押</a:t>
            </a:r>
            <a:r>
              <a:rPr lang="ja-JP" altLang="en-US" sz="1625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しながら</a:t>
            </a:r>
            <a:r>
              <a:rPr lang="ja-JP" altLang="en-US" sz="2600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呪文を入力！</a:t>
            </a:r>
            <a:endParaRPr lang="en-US" altLang="ja-JP" sz="2600" spc="-122">
              <a:ln w="38100">
                <a:solidFill>
                  <a:schemeClr val="tx1"/>
                </a:solidFill>
              </a:ln>
              <a:gradFill>
                <a:gsLst>
                  <a:gs pos="20000">
                    <a:srgbClr val="B7AE64"/>
                  </a:gs>
                  <a:gs pos="80000">
                    <a:srgbClr val="B3AA5F"/>
                  </a:gs>
                  <a:gs pos="50000">
                    <a:srgbClr val="ECE5A5"/>
                  </a:gs>
                </a:gsLst>
                <a:lin ang="5400000" scaled="1"/>
              </a:gra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G創英ﾌﾟﾚｾﾞﾝｽEB" panose="02020809000000000000" pitchFamily="17" charset="-128"/>
              <a:ea typeface="HG創英ﾌﾟﾚｾﾞﾝｽEB" panose="02020809000000000000" pitchFamily="17" charset="-128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93F590D0-0B10-8F5C-EA8C-741BA0447C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28775" y="1082489"/>
            <a:ext cx="4266343" cy="1025282"/>
          </a:xfrm>
          <a:prstGeom prst="rect">
            <a:avLst/>
          </a:prstGeom>
          <a:noFill/>
        </p:spPr>
        <p:txBody>
          <a:bodyPr wrap="square" lIns="74295" tIns="37148" rIns="74295" bIns="37148">
            <a:spAutoFit/>
          </a:bodyPr>
          <a:lstStyle/>
          <a:p>
            <a:r>
              <a:rPr lang="ja-JP" altLang="en-US" sz="3250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魔法の使用</a:t>
            </a:r>
            <a:endParaRPr lang="en-US" altLang="ja-JP" sz="3250" spc="-122">
              <a:ln w="12700">
                <a:noFill/>
              </a:ln>
              <a:gradFill>
                <a:gsLst>
                  <a:gs pos="20000">
                    <a:srgbClr val="B7AE64"/>
                  </a:gs>
                  <a:gs pos="80000">
                    <a:srgbClr val="B3AA5F"/>
                  </a:gs>
                  <a:gs pos="50000">
                    <a:srgbClr val="ECE5A5"/>
                  </a:gs>
                </a:gsLst>
                <a:lin ang="5400000" scaled="1"/>
              </a:gradFill>
              <a:latin typeface="HG創英ﾌﾟﾚｾﾞﾝｽEB" panose="02020809000000000000" pitchFamily="17" charset="-128"/>
              <a:ea typeface="HG創英ﾌﾟﾚｾﾞﾝｽEB" panose="02020809000000000000" pitchFamily="17" charset="-128"/>
            </a:endParaRPr>
          </a:p>
          <a:p>
            <a:r>
              <a:rPr lang="en-US" altLang="ja-JP" sz="2925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LT/RT</a:t>
            </a:r>
            <a:r>
              <a:rPr lang="ja-JP" altLang="en-US" sz="1625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を</a:t>
            </a:r>
            <a:r>
              <a:rPr lang="ja-JP" altLang="en-US" sz="2600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押</a:t>
            </a:r>
            <a:r>
              <a:rPr lang="ja-JP" altLang="en-US" sz="1625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しながら</a:t>
            </a:r>
            <a:r>
              <a:rPr lang="ja-JP" altLang="en-US" sz="2600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呪文を入力！</a:t>
            </a:r>
            <a:endParaRPr lang="en-US" altLang="ja-JP" sz="2600" spc="-122">
              <a:ln w="12700">
                <a:noFill/>
              </a:ln>
              <a:gradFill>
                <a:gsLst>
                  <a:gs pos="20000">
                    <a:srgbClr val="B7AE64"/>
                  </a:gs>
                  <a:gs pos="80000">
                    <a:srgbClr val="B3AA5F"/>
                  </a:gs>
                  <a:gs pos="50000">
                    <a:srgbClr val="ECE5A5"/>
                  </a:gs>
                </a:gsLst>
                <a:lin ang="5400000" scaled="1"/>
              </a:gradFill>
              <a:latin typeface="HG創英ﾌﾟﾚｾﾞﾝｽEB" panose="02020809000000000000" pitchFamily="17" charset="-128"/>
              <a:ea typeface="HG創英ﾌﾟﾚｾﾞﾝｽEB" panose="02020809000000000000" pitchFamily="17" charset="-128"/>
            </a:endParaRPr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DD01C46C-E94E-A542-2EA9-7F999D0C38B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19092" y="4684119"/>
            <a:ext cx="143430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600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ジャンプ</a:t>
            </a:r>
            <a:endParaRPr lang="ja-JP" altLang="en-US" sz="2600"/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0EFABDC1-5513-3999-05F2-AC460A1B6C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06709" y="4669709"/>
            <a:ext cx="143430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600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ジャンプ</a:t>
            </a:r>
            <a:endParaRPr lang="ja-JP" altLang="en-US" sz="26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109963D-46FE-4B13-BB0F-18499FD695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102" y="2903825"/>
            <a:ext cx="1065242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50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移動</a:t>
            </a:r>
            <a:endParaRPr lang="ja-JP" altLang="en-US" sz="325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6F15F63-0BC9-5C51-7C4D-9A1AFBDD7B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47" t="31277" r="13230" b="22094"/>
          <a:stretch>
            <a:fillRect/>
          </a:stretch>
        </p:blipFill>
        <p:spPr>
          <a:xfrm>
            <a:off x="1386205" y="2570221"/>
            <a:ext cx="4096835" cy="2598249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3D286D4-EAB6-BA09-1BC7-A7A653DC4E5A}"/>
              </a:ext>
            </a:extLst>
          </p:cNvPr>
          <p:cNvCxnSpPr>
            <a:cxnSpLocks noGrp="1" noRot="1" noMove="1" noResize="1" noEditPoints="1" noAdjustHandles="1" noChangeArrowheads="1" noChangeShapeType="1"/>
            <a:stCxn id="16" idx="1"/>
            <a:endCxn id="11" idx="3"/>
          </p:cNvCxnSpPr>
          <p:nvPr/>
        </p:nvCxnSpPr>
        <p:spPr>
          <a:xfrm flipH="1">
            <a:off x="1081089" y="3159524"/>
            <a:ext cx="1132070" cy="2815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0C73EC7-EEA3-5AAB-2C1C-34A3E61B474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847" y="2891441"/>
            <a:ext cx="1065242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50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移動</a:t>
            </a:r>
            <a:endParaRPr lang="ja-JP" altLang="en-US" sz="3250"/>
          </a:p>
        </p:txBody>
      </p:sp>
      <p:sp>
        <p:nvSpPr>
          <p:cNvPr id="16" name="ひし形 15">
            <a:extLst>
              <a:ext uri="{FF2B5EF4-FFF2-40B4-BE49-F238E27FC236}">
                <a16:creationId xmlns:a16="http://schemas.microsoft.com/office/drawing/2014/main" id="{F925DB6A-3BAD-1E81-180A-2E15F0F87B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13159" y="3090412"/>
            <a:ext cx="133095" cy="138223"/>
          </a:xfrm>
          <a:prstGeom prst="diamond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/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772590FC-D306-0A98-AAC0-F6C3E6D3E837}"/>
              </a:ext>
            </a:extLst>
          </p:cNvPr>
          <p:cNvCxnSpPr>
            <a:cxnSpLocks noGrp="1" noRot="1" noMove="1" noResize="1" noEditPoints="1" noAdjustHandles="1" noChangeArrowheads="1" noChangeShapeType="1"/>
            <a:stCxn id="36" idx="1"/>
            <a:endCxn id="11" idx="3"/>
          </p:cNvCxnSpPr>
          <p:nvPr/>
        </p:nvCxnSpPr>
        <p:spPr>
          <a:xfrm flipH="1" flipV="1">
            <a:off x="1081089" y="3187676"/>
            <a:ext cx="1620753" cy="805946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ひし形 35">
            <a:extLst>
              <a:ext uri="{FF2B5EF4-FFF2-40B4-BE49-F238E27FC236}">
                <a16:creationId xmlns:a16="http://schemas.microsoft.com/office/drawing/2014/main" id="{E85BA94D-5267-9C2D-7CED-28D3BDBFD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01842" y="3924510"/>
            <a:ext cx="133095" cy="138223"/>
          </a:xfrm>
          <a:prstGeom prst="diamond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/>
          </a:p>
        </p:txBody>
      </p:sp>
      <p:pic>
        <p:nvPicPr>
          <p:cNvPr id="53" name="図 52">
            <a:extLst>
              <a:ext uri="{FF2B5EF4-FFF2-40B4-BE49-F238E27FC236}">
                <a16:creationId xmlns:a16="http://schemas.microsoft.com/office/drawing/2014/main" id="{A6E48B89-B3D8-7C16-25FB-809F740804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857"/>
            <a:ext cx="4070010" cy="10175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0"/>
          </a:effectLst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9D089A0D-1D28-E56E-C60B-35D6A15C9D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235" y="-59124"/>
            <a:ext cx="979149" cy="979149"/>
          </a:xfrm>
          <a:prstGeom prst="rect">
            <a:avLst/>
          </a:prstGeom>
        </p:spPr>
      </p:pic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DAFCB473-8959-4AA7-E3BF-AD1450E656DA}"/>
              </a:ext>
            </a:extLst>
          </p:cNvPr>
          <p:cNvCxnSpPr>
            <a:cxnSpLocks noGrp="1" noRot="1" noMove="1" noResize="1" noEditPoints="1" noAdjustHandles="1" noChangeArrowheads="1" noChangeShapeType="1"/>
            <a:stCxn id="66" idx="2"/>
          </p:cNvCxnSpPr>
          <p:nvPr/>
        </p:nvCxnSpPr>
        <p:spPr>
          <a:xfrm flipH="1">
            <a:off x="4203164" y="4038096"/>
            <a:ext cx="8659" cy="1950436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ひし形 65">
            <a:extLst>
              <a:ext uri="{FF2B5EF4-FFF2-40B4-BE49-F238E27FC236}">
                <a16:creationId xmlns:a16="http://schemas.microsoft.com/office/drawing/2014/main" id="{12A68505-1384-0DC6-A6AE-A9001E1029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63364" y="3937445"/>
            <a:ext cx="96917" cy="100651"/>
          </a:xfrm>
          <a:prstGeom prst="diamond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/>
          </a:p>
        </p:txBody>
      </p:sp>
      <p:cxnSp>
        <p:nvCxnSpPr>
          <p:cNvPr id="86" name="コネクタ: カギ線 85">
            <a:extLst>
              <a:ext uri="{FF2B5EF4-FFF2-40B4-BE49-F238E27FC236}">
                <a16:creationId xmlns:a16="http://schemas.microsoft.com/office/drawing/2014/main" id="{DDE22C62-5BAD-EA40-E04E-BB8071AC8213}"/>
              </a:ext>
            </a:extLst>
          </p:cNvPr>
          <p:cNvCxnSpPr>
            <a:cxnSpLocks noGrp="1" noRot="1" noMove="1" noResize="1" noEditPoints="1" noAdjustHandles="1" noChangeArrowheads="1" noChangeShapeType="1"/>
            <a:stCxn id="99" idx="0"/>
            <a:endCxn id="80" idx="1"/>
          </p:cNvCxnSpPr>
          <p:nvPr/>
        </p:nvCxnSpPr>
        <p:spPr>
          <a:xfrm rot="5400000" flipH="1" flipV="1">
            <a:off x="3537525" y="396876"/>
            <a:ext cx="892996" cy="3289504"/>
          </a:xfrm>
          <a:prstGeom prst="bentConnector2">
            <a:avLst/>
          </a:prstGeom>
          <a:ln w="317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7748EB14-366B-BF40-DAD2-B715C9FDF92F}"/>
              </a:ext>
            </a:extLst>
          </p:cNvPr>
          <p:cNvCxnSpPr>
            <a:cxnSpLocks noGrp="1" noRot="1" noMove="1" noResize="1" noEditPoints="1" noAdjustHandles="1" noChangeArrowheads="1" noChangeShapeType="1"/>
            <a:stCxn id="98" idx="0"/>
          </p:cNvCxnSpPr>
          <p:nvPr/>
        </p:nvCxnSpPr>
        <p:spPr>
          <a:xfrm flipV="1">
            <a:off x="4571537" y="1605411"/>
            <a:ext cx="0" cy="90173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ひし形 97">
            <a:extLst>
              <a:ext uri="{FF2B5EF4-FFF2-40B4-BE49-F238E27FC236}">
                <a16:creationId xmlns:a16="http://schemas.microsoft.com/office/drawing/2014/main" id="{764D3849-9B9A-CEBF-A622-6EE194B59F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04993" y="2507143"/>
            <a:ext cx="133095" cy="138223"/>
          </a:xfrm>
          <a:prstGeom prst="diamond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/>
          </a:p>
        </p:txBody>
      </p:sp>
      <p:sp>
        <p:nvSpPr>
          <p:cNvPr id="99" name="ひし形 98">
            <a:extLst>
              <a:ext uri="{FF2B5EF4-FFF2-40B4-BE49-F238E27FC236}">
                <a16:creationId xmlns:a16="http://schemas.microsoft.com/office/drawing/2014/main" id="{DBC25902-F972-B405-7129-384407F741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72723" y="2488126"/>
            <a:ext cx="133095" cy="138223"/>
          </a:xfrm>
          <a:prstGeom prst="diamond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/>
          </a:p>
        </p:txBody>
      </p:sp>
      <p:cxnSp>
        <p:nvCxnSpPr>
          <p:cNvPr id="105" name="コネクタ: カギ線 104">
            <a:extLst>
              <a:ext uri="{FF2B5EF4-FFF2-40B4-BE49-F238E27FC236}">
                <a16:creationId xmlns:a16="http://schemas.microsoft.com/office/drawing/2014/main" id="{FA2F4D23-FD88-10E5-34B4-81CF053835F3}"/>
              </a:ext>
            </a:extLst>
          </p:cNvPr>
          <p:cNvCxnSpPr>
            <a:cxnSpLocks noGrp="1" noRot="1" noMove="1" noResize="1" noEditPoints="1" noAdjustHandles="1" noChangeArrowheads="1" noChangeShapeType="1"/>
            <a:stCxn id="106" idx="2"/>
            <a:endCxn id="112" idx="3"/>
          </p:cNvCxnSpPr>
          <p:nvPr/>
        </p:nvCxnSpPr>
        <p:spPr>
          <a:xfrm rot="5400000">
            <a:off x="1928470" y="3353273"/>
            <a:ext cx="2039797" cy="1916676"/>
          </a:xfrm>
          <a:prstGeom prst="bentConnector2">
            <a:avLst/>
          </a:prstGeom>
          <a:ln w="317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ひし形 105">
            <a:extLst>
              <a:ext uri="{FF2B5EF4-FFF2-40B4-BE49-F238E27FC236}">
                <a16:creationId xmlns:a16="http://schemas.microsoft.com/office/drawing/2014/main" id="{03D1C2BF-A39A-47B4-AFAC-40BD735A22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52451" y="3179022"/>
            <a:ext cx="108509" cy="112691"/>
          </a:xfrm>
          <a:prstGeom prst="diamond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/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44F887CC-C426-BF69-F42A-8F865AE47A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847" y="5031276"/>
            <a:ext cx="1990030" cy="642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575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メニュー</a:t>
            </a:r>
            <a:endParaRPr lang="ja-JP" altLang="en-US" sz="3575"/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6EBB8353-19E4-1763-6A58-FB01FB45372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010268"/>
            <a:ext cx="1990030" cy="642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575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メニュー</a:t>
            </a:r>
            <a:endParaRPr lang="ja-JP" altLang="en-US" sz="3575"/>
          </a:p>
        </p:txBody>
      </p: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F137170F-4097-E48A-402C-F7DB4F7DE9C3}"/>
              </a:ext>
            </a:extLst>
          </p:cNvPr>
          <p:cNvCxnSpPr>
            <a:cxnSpLocks noGrp="1" noRot="1" noMove="1" noResize="1" noEditPoints="1" noAdjustHandles="1" noChangeArrowheads="1" noChangeShapeType="1"/>
            <a:stCxn id="129" idx="2"/>
            <a:endCxn id="127" idx="1"/>
          </p:cNvCxnSpPr>
          <p:nvPr/>
        </p:nvCxnSpPr>
        <p:spPr>
          <a:xfrm rot="16200000" flipH="1">
            <a:off x="4546200" y="3072543"/>
            <a:ext cx="2232077" cy="2707348"/>
          </a:xfrm>
          <a:prstGeom prst="bentConnector2">
            <a:avLst/>
          </a:prstGeom>
          <a:ln w="317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1D21145F-99D9-6FF3-7DA8-2E54BD820C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028296" y="5106263"/>
            <a:ext cx="282754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600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インタラクト</a:t>
            </a:r>
            <a:r>
              <a:rPr lang="en-US" altLang="ja-JP" sz="2600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/</a:t>
            </a:r>
            <a:r>
              <a:rPr lang="ja-JP" altLang="en-US" sz="2600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取得</a:t>
            </a:r>
            <a:endParaRPr lang="ja-JP" altLang="en-US" sz="2600"/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09E66E41-1D24-A447-C1D2-90F3BA5321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015912" y="5095980"/>
            <a:ext cx="282754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600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インタラクト</a:t>
            </a:r>
            <a:r>
              <a:rPr lang="en-US" altLang="ja-JP" sz="2600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/</a:t>
            </a:r>
            <a:r>
              <a:rPr lang="ja-JP" altLang="en-US" sz="2600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取得</a:t>
            </a:r>
            <a:endParaRPr lang="ja-JP" altLang="en-US" sz="2600"/>
          </a:p>
        </p:txBody>
      </p:sp>
      <p:sp>
        <p:nvSpPr>
          <p:cNvPr id="129" name="ひし形 128">
            <a:extLst>
              <a:ext uri="{FF2B5EF4-FFF2-40B4-BE49-F238E27FC236}">
                <a16:creationId xmlns:a16="http://schemas.microsoft.com/office/drawing/2014/main" id="{FC0FB826-4672-6AEB-3B95-DDF54FD2D2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54309" y="3197488"/>
            <a:ext cx="108509" cy="112691"/>
          </a:xfrm>
          <a:prstGeom prst="diamond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/>
          </a:p>
        </p:txBody>
      </p: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AA3E28A6-C289-F546-E98B-964B5B0464BF}"/>
              </a:ext>
            </a:extLst>
          </p:cNvPr>
          <p:cNvCxnSpPr>
            <a:cxnSpLocks noGrp="1" noRot="1" noMove="1" noResize="1" noEditPoints="1" noAdjustHandles="1" noChangeArrowheads="1" noChangeShapeType="1"/>
            <a:stCxn id="146" idx="2"/>
            <a:endCxn id="148" idx="1"/>
          </p:cNvCxnSpPr>
          <p:nvPr/>
        </p:nvCxnSpPr>
        <p:spPr>
          <a:xfrm rot="16200000" flipH="1">
            <a:off x="4230934" y="3940210"/>
            <a:ext cx="1535722" cy="815827"/>
          </a:xfrm>
          <a:prstGeom prst="bentConnector2">
            <a:avLst/>
          </a:prstGeom>
          <a:ln w="317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ひし形 145">
            <a:extLst>
              <a:ext uri="{FF2B5EF4-FFF2-40B4-BE49-F238E27FC236}">
                <a16:creationId xmlns:a16="http://schemas.microsoft.com/office/drawing/2014/main" id="{18F4AD70-9E97-B4FE-B837-FEA2D87CD9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36627" y="3467572"/>
            <a:ext cx="108509" cy="112691"/>
          </a:xfrm>
          <a:prstGeom prst="diamond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/>
          </a:p>
        </p:txBody>
      </p:sp>
      <p:pic>
        <p:nvPicPr>
          <p:cNvPr id="178" name="図 177">
            <a:extLst>
              <a:ext uri="{FF2B5EF4-FFF2-40B4-BE49-F238E27FC236}">
                <a16:creationId xmlns:a16="http://schemas.microsoft.com/office/drawing/2014/main" id="{1E5FF1D5-4320-D390-A5FC-9CC41B3AAA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510" y="2787094"/>
            <a:ext cx="869530" cy="869530"/>
          </a:xfrm>
          <a:prstGeom prst="rect">
            <a:avLst/>
          </a:prstGeom>
        </p:spPr>
      </p:pic>
      <p:pic>
        <p:nvPicPr>
          <p:cNvPr id="180" name="図 179">
            <a:extLst>
              <a:ext uri="{FF2B5EF4-FFF2-40B4-BE49-F238E27FC236}">
                <a16:creationId xmlns:a16="http://schemas.microsoft.com/office/drawing/2014/main" id="{8873DFB2-BCC7-35A5-099A-921C4B87F8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018" y="3753216"/>
            <a:ext cx="869530" cy="869530"/>
          </a:xfrm>
          <a:prstGeom prst="rect">
            <a:avLst/>
          </a:prstGeom>
        </p:spPr>
      </p:pic>
      <p:pic>
        <p:nvPicPr>
          <p:cNvPr id="182" name="図 181">
            <a:extLst>
              <a:ext uri="{FF2B5EF4-FFF2-40B4-BE49-F238E27FC236}">
                <a16:creationId xmlns:a16="http://schemas.microsoft.com/office/drawing/2014/main" id="{26AD704D-A2C1-D424-8583-08178848E7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349" y="3271992"/>
            <a:ext cx="869530" cy="869530"/>
          </a:xfrm>
          <a:prstGeom prst="rect">
            <a:avLst/>
          </a:prstGeom>
        </p:spPr>
      </p:pic>
      <p:pic>
        <p:nvPicPr>
          <p:cNvPr id="184" name="図 183">
            <a:extLst>
              <a:ext uri="{FF2B5EF4-FFF2-40B4-BE49-F238E27FC236}">
                <a16:creationId xmlns:a16="http://schemas.microsoft.com/office/drawing/2014/main" id="{5FC81F7F-3CC1-9B36-B0BF-0F651C7344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961" y="3271991"/>
            <a:ext cx="869530" cy="869530"/>
          </a:xfrm>
          <a:prstGeom prst="rect">
            <a:avLst/>
          </a:prstGeom>
        </p:spPr>
      </p:pic>
      <p:sp>
        <p:nvSpPr>
          <p:cNvPr id="198" name="テキスト ボックス 197">
            <a:extLst>
              <a:ext uri="{FF2B5EF4-FFF2-40B4-BE49-F238E27FC236}">
                <a16:creationId xmlns:a16="http://schemas.microsoft.com/office/drawing/2014/main" id="{87AD4D59-53CD-7C8E-4A6F-A0D82B1AFC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87298" y="2347098"/>
            <a:ext cx="103060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575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呪文</a:t>
            </a:r>
            <a:endParaRPr lang="ja-JP" altLang="en-US" sz="2925"/>
          </a:p>
        </p:txBody>
      </p:sp>
    </p:spTree>
    <p:extLst>
      <p:ext uri="{BB962C8B-B14F-4D97-AF65-F5344CB8AC3E}">
        <p14:creationId xmlns:p14="http://schemas.microsoft.com/office/powerpoint/2010/main" val="315546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630E77A-E392-5996-306D-B10290105DD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86922" y="2328616"/>
            <a:ext cx="998568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600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ギミックを攻略し、神殿へ向かえ</a:t>
            </a:r>
            <a:endParaRPr lang="ja-JP" altLang="en-US" sz="2600"/>
          </a:p>
        </p:txBody>
      </p:sp>
      <p:sp useBgFill="1">
        <p:nvSpPr>
          <p:cNvPr id="24" name="テキスト ボックス 23">
            <a:extLst>
              <a:ext uri="{FF2B5EF4-FFF2-40B4-BE49-F238E27FC236}">
                <a16:creationId xmlns:a16="http://schemas.microsoft.com/office/drawing/2014/main" id="{AEE4AB0F-0F96-BBED-B9B9-65997F6B6BF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86922" y="2284039"/>
            <a:ext cx="998568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600" b="1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ギミックを攻略し、神殿へ向かえ</a:t>
            </a:r>
            <a:endParaRPr lang="ja-JP" altLang="en-US" sz="2600" b="1" spc="4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HG創英ﾌﾟﾚｾﾞﾝｽEB" panose="02020809000000000000" pitchFamily="17" charset="-128"/>
              <a:ea typeface="HG創英ﾌﾟﾚｾﾞﾝｽEB" panose="02020809000000000000" pitchFamily="17" charset="-128"/>
            </a:endParaRPr>
          </a:p>
        </p:txBody>
      </p:sp>
      <p:sp useBgFill="1">
        <p:nvSpPr>
          <p:cNvPr id="27" name="テキスト ボックス 26">
            <a:extLst>
              <a:ext uri="{FF2B5EF4-FFF2-40B4-BE49-F238E27FC236}">
                <a16:creationId xmlns:a16="http://schemas.microsoft.com/office/drawing/2014/main" id="{FE4A5C3F-563C-4E56-4062-CE7A2A0D88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960847"/>
            <a:ext cx="526872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600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   魔法を集めて</a:t>
            </a:r>
            <a:endParaRPr lang="ja-JP" altLang="en-US" sz="2600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D691DD99-D961-2F21-8302-904F2BA334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5" t="60939" r="48866" b="-1"/>
          <a:stretch>
            <a:fillRect/>
          </a:stretch>
        </p:blipFill>
        <p:spPr>
          <a:xfrm>
            <a:off x="6581997" y="4566292"/>
            <a:ext cx="1475210" cy="1234816"/>
          </a:xfrm>
          <a:prstGeom prst="rect">
            <a:avLst/>
          </a:prstGeom>
          <a:ln w="63500">
            <a:solidFill>
              <a:schemeClr val="bg1"/>
            </a:solidFill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2E85927-6441-2EAD-4F7F-9CF8C88EED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7" t="34162" r="16827"/>
          <a:stretch>
            <a:fillRect/>
          </a:stretch>
        </p:blipFill>
        <p:spPr>
          <a:xfrm>
            <a:off x="8114943" y="5031115"/>
            <a:ext cx="1719105" cy="1234816"/>
          </a:xfrm>
          <a:prstGeom prst="rect">
            <a:avLst/>
          </a:prstGeom>
          <a:ln w="63500">
            <a:solidFill>
              <a:schemeClr val="bg1"/>
            </a:solidFill>
          </a:ln>
        </p:spPr>
      </p:pic>
      <p:sp useBgFill="1">
        <p:nvSpPr>
          <p:cNvPr id="18" name="テキスト ボックス 17">
            <a:extLst>
              <a:ext uri="{FF2B5EF4-FFF2-40B4-BE49-F238E27FC236}">
                <a16:creationId xmlns:a16="http://schemas.microsoft.com/office/drawing/2014/main" id="{CB6E3F5D-7CB5-8217-99C0-7C6B4E3E64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268727" y="964573"/>
            <a:ext cx="463727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600" spc="-122">
                <a:ln w="38100">
                  <a:solidFill>
                    <a:schemeClr val="tx1"/>
                  </a:solidFill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魔法を集めて</a:t>
            </a:r>
            <a:endParaRPr lang="ja-JP" altLang="en-US" sz="260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C65383E6-462F-8D4E-1C31-E5F1C721D6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91"/>
          <a:stretch>
            <a:fillRect/>
          </a:stretch>
        </p:blipFill>
        <p:spPr>
          <a:xfrm>
            <a:off x="2734398" y="4442431"/>
            <a:ext cx="1794910" cy="1371708"/>
          </a:xfrm>
          <a:prstGeom prst="rect">
            <a:avLst/>
          </a:prstGeom>
          <a:ln w="63500">
            <a:solidFill>
              <a:schemeClr val="bg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C5BD994-18FB-DB53-3BDC-75599A00A7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92" y="4419002"/>
            <a:ext cx="1759380" cy="1823499"/>
          </a:xfrm>
          <a:prstGeom prst="rect">
            <a:avLst/>
          </a:prstGeom>
          <a:ln w="63500">
            <a:solidFill>
              <a:schemeClr val="bg1"/>
            </a:solidFill>
          </a:ln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125D3C1F-07E5-FE47-F0AC-00C558C917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136" y="3132178"/>
            <a:ext cx="2177269" cy="1451513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C5860E1-D35C-EE70-AE00-FBC091053E3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268729" y="926033"/>
            <a:ext cx="286002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600" b="1" spc="-122">
                <a:ln w="12700">
                  <a:noFill/>
                </a:ln>
                <a:gradFill>
                  <a:gsLst>
                    <a:gs pos="20000">
                      <a:srgbClr val="B7AE64"/>
                    </a:gs>
                    <a:gs pos="80000">
                      <a:srgbClr val="B3AA5F"/>
                    </a:gs>
                    <a:gs pos="50000">
                      <a:srgbClr val="ECE5A5"/>
                    </a:gs>
                  </a:gsLst>
                  <a:lin ang="5400000" scaled="1"/>
                </a:gra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HG創英ﾌﾟﾚｾﾞﾝｽEB" panose="02020809000000000000" pitchFamily="17" charset="-128"/>
                <a:ea typeface="HG創英ﾌﾟﾚｾﾞﾝｽEB" panose="02020809000000000000" pitchFamily="17" charset="-128"/>
              </a:rPr>
              <a:t>魔法を集めて</a:t>
            </a:r>
            <a:endParaRPr lang="ja-JP" altLang="en-US" sz="2600" b="1" spc="4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HG創英ﾌﾟﾚｾﾞﾝｽEB" panose="02020809000000000000" pitchFamily="17" charset="-128"/>
              <a:ea typeface="HG創英ﾌﾟﾚｾﾞﾝｽEB" panose="02020809000000000000" pitchFamily="17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9253AB2-9F88-3295-580E-FBE0876E998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8" y="421439"/>
            <a:ext cx="1462500" cy="14625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D4C20D3F-0892-155A-D1F9-B6FD01FD21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55" y="421439"/>
            <a:ext cx="1462500" cy="14625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3280C360-9B39-B65A-DB09-2D8687CD68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60" y="421439"/>
            <a:ext cx="1462500" cy="14625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37CEA7AA-B732-308D-EE7A-C769403021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71" y="3108746"/>
            <a:ext cx="2177269" cy="1451513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C3876A8-6F23-7E4E-8357-AD8275F7F9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418" y="3132178"/>
            <a:ext cx="2177269" cy="1451513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048B277E-04F2-D5EB-EBE5-CCF7A64C95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554" y="421439"/>
            <a:ext cx="1462500" cy="1462500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622291D0-6142-9291-E716-9939E7ACF9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796" y="421439"/>
            <a:ext cx="1462500" cy="1462500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77EAF572-1EA7-E9E4-8789-73208F6EC04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741" y="421439"/>
            <a:ext cx="1462500" cy="146250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9AE84F24-2FC3-28E2-80D7-851473BEA0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030" y="421439"/>
            <a:ext cx="1462500" cy="1462500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A2D69A17-A69F-DEA5-F371-0D2468EB2DD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602" y="421439"/>
            <a:ext cx="1462500" cy="14625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6B7B3FA-127D-DB9D-5CE9-E12C5793BD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422" y="421439"/>
            <a:ext cx="1462500" cy="1462500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5074E00D-130E-4BAF-2B62-B0346855D1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366" y="421439"/>
            <a:ext cx="1462500" cy="1462500"/>
          </a:xfrm>
          <a:prstGeom prst="rect">
            <a:avLst/>
          </a:prstGeom>
        </p:spPr>
      </p:pic>
      <p:sp>
        <p:nvSpPr>
          <p:cNvPr id="16" name="矢印: 折線 15">
            <a:extLst>
              <a:ext uri="{FF2B5EF4-FFF2-40B4-BE49-F238E27FC236}">
                <a16:creationId xmlns:a16="http://schemas.microsoft.com/office/drawing/2014/main" id="{D981E3E0-0338-6671-5AB4-32ABA3511B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398442" y="4367189"/>
            <a:ext cx="356762" cy="991604"/>
          </a:xfrm>
          <a:prstGeom prst="bentArrow">
            <a:avLst>
              <a:gd name="adj1" fmla="val 18543"/>
              <a:gd name="adj2" fmla="val 25000"/>
              <a:gd name="adj3" fmla="val 25000"/>
              <a:gd name="adj4" fmla="val 0"/>
            </a:avLst>
          </a:prstGeom>
          <a:solidFill>
            <a:srgbClr val="37F7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>
              <a:solidFill>
                <a:schemeClr val="tx1"/>
              </a:solidFill>
            </a:endParaRP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ED726FA0-1E09-1904-1828-2854559B3B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120" y="4931191"/>
            <a:ext cx="1860796" cy="1371708"/>
          </a:xfrm>
          <a:prstGeom prst="rect">
            <a:avLst/>
          </a:prstGeom>
          <a:ln w="63500">
            <a:solidFill>
              <a:schemeClr val="bg1"/>
            </a:solidFill>
          </a:ln>
        </p:spPr>
      </p:pic>
      <p:sp>
        <p:nvSpPr>
          <p:cNvPr id="23" name="矢印: 折線 22">
            <a:extLst>
              <a:ext uri="{FF2B5EF4-FFF2-40B4-BE49-F238E27FC236}">
                <a16:creationId xmlns:a16="http://schemas.microsoft.com/office/drawing/2014/main" id="{D9ABD6C8-68DC-1AC5-DBA5-2BC6FC2C78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443989" y="5801107"/>
            <a:ext cx="948010" cy="489825"/>
          </a:xfrm>
          <a:prstGeom prst="bentArrow">
            <a:avLst>
              <a:gd name="adj1" fmla="val 15403"/>
              <a:gd name="adj2" fmla="val 32955"/>
              <a:gd name="adj3" fmla="val 25000"/>
              <a:gd name="adj4" fmla="val 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401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D1711EDB7D4F94A81F216F6D9913688" ma:contentTypeVersion="5" ma:contentTypeDescription="新しいドキュメントを作成します。" ma:contentTypeScope="" ma:versionID="9f3de9393d4fdad7a7a5396b7fc1c8c5">
  <xsd:schema xmlns:xsd="http://www.w3.org/2001/XMLSchema" xmlns:xs="http://www.w3.org/2001/XMLSchema" xmlns:p="http://schemas.microsoft.com/office/2006/metadata/properties" xmlns:ns3="6f0010c3-4706-46e4-8b00-01af05d79f78" targetNamespace="http://schemas.microsoft.com/office/2006/metadata/properties" ma:root="true" ma:fieldsID="49045f6c9c401c87c2c3d02d5bab0b0d" ns3:_="">
    <xsd:import namespace="6f0010c3-4706-46e4-8b00-01af05d79f7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0010c3-4706-46e4-8b00-01af05d79f7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f0010c3-4706-46e4-8b00-01af05d79f78" xsi:nil="true"/>
  </documentManagement>
</p:properties>
</file>

<file path=customXml/itemProps1.xml><?xml version="1.0" encoding="utf-8"?>
<ds:datastoreItem xmlns:ds="http://schemas.openxmlformats.org/officeDocument/2006/customXml" ds:itemID="{AA933FBA-4727-4CD6-BB15-8A291BB6BD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50672A-9103-4768-B986-4FD227956F97}">
  <ds:schemaRefs>
    <ds:schemaRef ds:uri="6f0010c3-4706-46e4-8b00-01af05d79f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C44265B-A523-43A3-BE59-180F5A196230}">
  <ds:schemaRefs>
    <ds:schemaRef ds:uri="http://www.w3.org/XML/1998/namespace"/>
    <ds:schemaRef ds:uri="6f0010c3-4706-46e4-8b00-01af05d79f78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70</Words>
  <Application>Microsoft Office PowerPoint</Application>
  <PresentationFormat>A4 210 x 297 mm</PresentationFormat>
  <Paragraphs>23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HG創英ﾌﾟﾚｾﾞﾝｽEB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小比賀　想真</dc:creator>
  <cp:lastModifiedBy>眞鍋　快陸</cp:lastModifiedBy>
  <cp:revision>1</cp:revision>
  <dcterms:created xsi:type="dcterms:W3CDTF">2026-03-16T04:26:20Z</dcterms:created>
  <dcterms:modified xsi:type="dcterms:W3CDTF">2026-03-18T08:04:37Z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0x0101004D1711EDB7D4F94A81F216F6D9913688</vt:lpwstr>
  </property>
</Properties>
</file>