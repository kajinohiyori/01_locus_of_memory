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1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5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2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33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8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4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4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4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06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1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37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8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1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57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80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F342B-62EF-40B8-A21E-E653C8EB3A90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7A76C-966C-483D-95E1-A9F56F5B27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8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8E2FB482-33E7-91BB-3D0A-86BC8BF1F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009" y="4797770"/>
            <a:ext cx="3582143" cy="2018287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481AF06-7EAC-0442-8978-D87E47E36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579"/>
            <a:ext cx="4025991" cy="1006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98DFF86-D466-9F18-B4C2-BCEC06FBC2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584" y="-92096"/>
            <a:ext cx="1335419" cy="1335419"/>
          </a:xfrm>
          <a:prstGeom prst="rect">
            <a:avLst/>
          </a:prstGeom>
        </p:spPr>
      </p:pic>
      <p:sp useBgFill="1"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0035D8-29C9-E37D-4287-35AA34053396}"/>
              </a:ext>
            </a:extLst>
          </p:cNvPr>
          <p:cNvSpPr txBox="1"/>
          <p:nvPr/>
        </p:nvSpPr>
        <p:spPr>
          <a:xfrm flipH="1">
            <a:off x="-1" y="1118660"/>
            <a:ext cx="5836529" cy="1569660"/>
          </a:xfrm>
          <a:prstGeom prst="rect">
            <a:avLst/>
          </a:prstGeom>
          <a:ln w="2222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概要</a:t>
            </a:r>
          </a:p>
          <a:p>
            <a:r>
              <a:rPr kumimoji="1" lang="ja-JP" altLang="en-US" sz="28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魔法を駆使し、ギミックを解いてクエストをクリアする。</a:t>
            </a:r>
            <a:endParaRPr kumimoji="1" lang="en-US" altLang="ja-JP" sz="28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60FD274-15F7-B95D-E76E-50EF7CB533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457" y="326979"/>
            <a:ext cx="2443127" cy="2325172"/>
          </a:xfrm>
          <a:prstGeom prst="rect">
            <a:avLst/>
          </a:prstGeom>
          <a:ln w="34925">
            <a:solidFill>
              <a:schemeClr val="bg1"/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F540738-19FF-6530-1C4E-B23970AA4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51"/>
          <a:stretch>
            <a:fillRect/>
          </a:stretch>
        </p:blipFill>
        <p:spPr>
          <a:xfrm>
            <a:off x="51860" y="4783368"/>
            <a:ext cx="2631367" cy="2043170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sp useBgFill="1"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F5FAC8-47B3-80A0-CEF8-F0138EC64132}"/>
              </a:ext>
            </a:extLst>
          </p:cNvPr>
          <p:cNvSpPr txBox="1"/>
          <p:nvPr/>
        </p:nvSpPr>
        <p:spPr>
          <a:xfrm flipH="1">
            <a:off x="0" y="2742771"/>
            <a:ext cx="9906000" cy="2000548"/>
          </a:xfrm>
          <a:prstGeom prst="rect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工夫した点</a:t>
            </a:r>
            <a:endParaRPr kumimoji="1" lang="en-US" altLang="ja-JP" sz="40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kumimoji="1" lang="ja-JP" altLang="en-US" sz="28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・視覚的にも感覚的にも遊びやすい見た目やステージの作り</a:t>
            </a:r>
            <a:endParaRPr kumimoji="1" lang="en-US" altLang="ja-JP" sz="28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kumimoji="1" lang="ja-JP" altLang="en-US" sz="28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・コントローラーの振動</a:t>
            </a:r>
            <a:endParaRPr kumimoji="1" lang="en-US" altLang="ja-JP" sz="28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kumimoji="1" lang="ja-JP" altLang="en-US" sz="2800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・世界観に合わせたステージの街並みなどの見た目、雰囲気</a:t>
            </a:r>
            <a:endParaRPr kumimoji="1" lang="en-US" altLang="ja-JP" sz="2800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ACCFC26-BE53-8201-3739-409090301155}"/>
              </a:ext>
            </a:extLst>
          </p:cNvPr>
          <p:cNvSpPr txBox="1"/>
          <p:nvPr/>
        </p:nvSpPr>
        <p:spPr>
          <a:xfrm>
            <a:off x="6930934" y="5534561"/>
            <a:ext cx="29883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メンバー</a:t>
            </a:r>
            <a:endParaRPr kumimoji="1" lang="en-US" altLang="ja-JP" sz="2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梶野</a:t>
            </a:r>
            <a:r>
              <a:rPr kumimoji="1" lang="en-US" altLang="ja-JP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	</a:t>
            </a:r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合津</a:t>
            </a:r>
            <a:r>
              <a:rPr kumimoji="1" lang="en-US" altLang="ja-JP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	</a:t>
            </a:r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小比賀</a:t>
            </a:r>
            <a:endParaRPr kumimoji="1" lang="en-US" altLang="ja-JP" sz="2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  <a:p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難波</a:t>
            </a:r>
            <a:r>
              <a:rPr kumimoji="1" lang="en-US" altLang="ja-JP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	</a:t>
            </a:r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松橋</a:t>
            </a:r>
            <a:r>
              <a:rPr kumimoji="1" lang="en-US" altLang="ja-JP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	</a:t>
            </a:r>
            <a:r>
              <a:rPr kumimoji="1" lang="ja-JP" altLang="en-US" sz="2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眞鍋</a:t>
            </a:r>
          </a:p>
        </p:txBody>
      </p:sp>
    </p:spTree>
    <p:extLst>
      <p:ext uri="{BB962C8B-B14F-4D97-AF65-F5344CB8AC3E}">
        <p14:creationId xmlns:p14="http://schemas.microsoft.com/office/powerpoint/2010/main" val="293560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59</Words>
  <Application>Microsoft Office PowerPoint</Application>
  <PresentationFormat>A4 210 x 297 mm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HGS創英ﾌﾟﾚｾﾞﾝｽEB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眞鍋　快陸</dc:creator>
  <cp:lastModifiedBy>眞鍋　快陸</cp:lastModifiedBy>
  <cp:revision>1</cp:revision>
  <dcterms:created xsi:type="dcterms:W3CDTF">2026-03-18T06:37:53Z</dcterms:created>
  <dcterms:modified xsi:type="dcterms:W3CDTF">2026-03-18T08:02:24Z</dcterms:modified>
</cp:coreProperties>
</file>